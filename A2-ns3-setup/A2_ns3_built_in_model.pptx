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05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>
                <a:solidFill>
                  <a:srgbClr val="F8FAFC"/>
                </a:solidFill>
                <a:latin typeface="Aptos"/>
              </a:rPr>
              <a:t>A2 — ns-3 Built-in Traffic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D3EE"/>
                </a:solidFill>
                <a:latin typeface="Aptos"/>
              </a:rPr>
              <a:t>Using ThreeGppHttpClient / ThreeGppHttpServer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34640"/>
            <a:ext cx="493776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154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Henry | M11502205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118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ptos"/>
              </a:rPr>
              <a:t>ns-3.46.1 • Ubuntu 22.04
60-second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Goal: run a built-in model and prove it with measured traffic.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A2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Why use the built-in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The assignment explicitly allows an ns-3 built-in traffic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2D3EE"/>
                </a:solidFill>
                <a:latin typeface="Aptos"/>
              </a:rPr>
              <a:t>ThreeGppHttpClient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Requests a main web object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Requests embedded objects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Waits for reading time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Repeats the browsing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97316"/>
                </a:solidFill>
                <a:latin typeface="Aptos"/>
              </a:rPr>
              <a:t>ThreeGppHttpServer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Accepts the HTTP connection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Generates object sizes with ThreeGppHttpVariables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Segments objects into packets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Returns content to the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A2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Simulation topology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A controlled two-node path isolates application traffic.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899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2D3EE"/>
                </a:solidFill>
                <a:latin typeface="Aptos"/>
              </a:rPr>
              <a:t>Node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8FAFC"/>
                </a:solidFill>
                <a:latin typeface="Aptos"/>
              </a:rPr>
              <a:t>HTTP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97316"/>
                </a:solidFill>
                <a:latin typeface="Aptos"/>
              </a:rPr>
              <a:t>Node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2331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8FAFC"/>
                </a:solidFill>
                <a:latin typeface="Aptos"/>
              </a:rPr>
              <a:t>HTTP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423160"/>
            <a:ext cx="5852160" cy="91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87451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Point-to-point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Aptos"/>
              </a:rPr>
              <a:t>100 Mbps | 10 ms delay | IPv4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97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2D3EE"/>
                </a:solidFill>
                <a:latin typeface="Aptos"/>
              </a:rPr>
              <a:t>simulation time = 60 s   •   start client at 0.1 s   •   random seed =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A2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What the source code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The scenario is mostly ns-3 built-in helpers and trace callbacks.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97280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DejaVu Sans Mono"/>
              </a:rPr>
              <a:t>ThreeGppHttpServerHelper serverHelper(serverAddress);
serverHelper.Install(nodes.Get(1));
ThreeGppHttpClientHelper clientHelper(serverAddress);
clientHelper.Install(nodes.Get(0));
httpClient-&gt;TraceConnectWithoutContext("Rx", MakeCallback(&amp;ClientRx));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07492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D3EE"/>
                </a:solidFill>
                <a:latin typeface="Aptos"/>
              </a:rPr>
              <a:t>The callback records packet size, arrival time, and inter-arrival time into CSV.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A2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Built-in variables and outputs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The model generates browsing behavior instead of a hand-written packet loop.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D3EE"/>
                </a:solidFill>
                <a:latin typeface="Aptos"/>
              </a:rPr>
              <a:t>ThreeGppHttpVariables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4480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Main object size mean = 102,400 B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Main object size std. dev. = 40,960 B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Embedded-object count and reading time are built in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HTTP request/response behavior is built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7451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Aptos"/>
              </a:rPr>
              <a:t>Evidence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2316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built_in_packet_samples.csv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built_in_pages.csv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built_in_summary.txt</a:t>
            </a:r>
          </a:p>
          <a:p>
            <a:pPr>
              <a:spcAft>
                <a:spcPts val="7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a2-built-in-http-0-0.pcap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A2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Result from the built-in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The built-in application generated measurable HTTP traffic.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292608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22D3EE"/>
                </a:solidFill>
                <a:latin typeface="Aptos"/>
              </a:rPr>
              <a:t>441,503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Aptos"/>
              </a:rPr>
              <a:t>received bytes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645920"/>
            <a:ext cx="292608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965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F97316"/>
                </a:solidFill>
                <a:latin typeface="Aptos"/>
              </a:rPr>
              <a:t>307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6060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Aptos"/>
              </a:rPr>
              <a:t>received packets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645920"/>
            <a:ext cx="292608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1965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22D3EE"/>
                </a:solidFill>
                <a:latin typeface="Aptos"/>
              </a:rPr>
              <a:t>0.0589653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26060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Aptos"/>
              </a:rPr>
              <a:t>throughput (Mbps)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94760"/>
            <a:ext cx="996696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69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Run command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D3EE"/>
                </a:solidFill>
                <a:latin typeface="DejaVu Sans Mono"/>
              </a:rPr>
              <a:t>./ns3 run 'a2-traffic-model-built-in --outputDir=.../results'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A2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Distribution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The plots are empirical distributions measured from built-in model packets.</a:t>
            </a:r>
          </a:p>
        </p:txBody>
      </p:sp>
      <p:pic>
        <p:nvPicPr>
          <p:cNvPr id="5" name="Picture 4" descr="packet_size_pdf_c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440680" cy="2077714"/>
          </a:xfrm>
          <a:prstGeom prst="rect">
            <a:avLst/>
          </a:prstGeom>
        </p:spPr>
      </p:pic>
      <p:pic>
        <p:nvPicPr>
          <p:cNvPr id="6" name="Picture 5" descr="inter_arrival_pdf_c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17320"/>
            <a:ext cx="5440680" cy="20764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9253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D3EE"/>
                </a:solidFill>
                <a:latin typeface="Aptos"/>
              </a:rPr>
              <a:t>Packet sizes come from HTTP object segmentation.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9253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97316"/>
                </a:solidFill>
                <a:latin typeface="Aptos"/>
              </a:rPr>
              <a:t>Inter-arrival times come from received packets.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A2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Submission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What to show during the 10-minute presentation.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2D3EE"/>
                </a:solidFill>
                <a:latin typeface="Aptos"/>
              </a:rPr>
              <a:t>Three required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study_note.md — setup and model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a2-traffic-model-built-in.cc — source and run command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results — numbers, plots, and PCAP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97316"/>
                </a:solidFill>
                <a:latin typeface="Aptos"/>
              </a:rPr>
              <a:t>One-sentence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The ns-3 built-in ThreeGppHttp model successfully generated web-browsing traffic, and the measured throughput, distributions, and PCAP prove that the simulation ran.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892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Aptos"/>
              </a:rPr>
              <a:t>Next: show the PCAP in Wireshark.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A2 |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